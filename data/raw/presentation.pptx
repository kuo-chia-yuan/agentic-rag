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Raydium Performance Metrics: Power consumption is 45 mW at FHD+.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